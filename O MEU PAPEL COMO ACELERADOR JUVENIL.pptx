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5EFF5-874D-4B1F-A492-EB94DDCBF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67374-0B74-4D5D-91FC-07FA959294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25AA6-1635-4FED-9969-F53FAF70B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92BF-0CB5-4990-8613-7040C0F681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24AFD-878D-421F-83C0-66C9748FF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3ED03-C332-4893-84A6-56304D37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FFFC-0BC9-4A54-A23A-ED21412F9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37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B220D-DC8B-407F-AF93-F9A7033D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6B721-2202-44CB-A4A0-0A5080B2A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4386-F6B0-47DA-B8CE-94D0B4F5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92BF-0CB5-4990-8613-7040C0F681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F40A6-D505-4301-A09E-FA355D1D0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0824F-CD92-422F-ADC0-EEF80814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FFFC-0BC9-4A54-A23A-ED21412F9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31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8A55E-A3B2-4615-BDCB-A49498846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90627-ABC0-4004-9342-2082E1C33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849B5-90E3-4DA7-911B-476701A12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92BF-0CB5-4990-8613-7040C0F681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D5F94-C405-4A9B-B487-7CF5D37A9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CDEC2-D6C1-475F-828F-F13370F4C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FFFC-0BC9-4A54-A23A-ED21412F9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9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3311-2765-49FD-8B11-496A54B00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80A77-B6E6-42CE-BBE1-39B6C07E1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9640D-8C16-4CB4-BF06-71C09AD00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96DFB-31FE-4581-A638-8DB7DEBDC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92BF-0CB5-4990-8613-7040C0F681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6D90F-5F09-41A6-82F1-46E4D605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D537C-302A-47BE-943C-6AE164CAB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FFFC-0BC9-4A54-A23A-ED21412F9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77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8A96-AB30-4C03-828F-9EFC559D7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D1D35-4269-4050-A173-CF6443C7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FF317-3CBA-46CA-AD3F-6669A3A3C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AF09D-5760-4226-8609-1DB9B06B16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1F3D0-4378-44A4-854E-8BC92F6907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842D39-74A2-4048-B244-471927248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92BF-0CB5-4990-8613-7040C0F681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9A52CC-0AC3-41B7-BCF9-B56DF440A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F74453-13B1-4668-9C4C-1DA221457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FFFC-0BC9-4A54-A23A-ED21412F9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63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EB68A-9871-473F-B08B-DE1E39EC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38861-83FB-4631-81DA-A1F95A57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92BF-0CB5-4990-8613-7040C0F681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D7B30-9904-4895-A210-AFFAFB2D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3714A-06A7-4543-9E0E-F101C4A3F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FFFC-0BC9-4A54-A23A-ED21412F9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6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DDF8D6-039D-49EA-862E-959CD0440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92BF-0CB5-4990-8613-7040C0F681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541CD8-0091-49C1-BCEE-E1BF95F62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1BBCA-7376-48B6-8BED-6B54F6DF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FFFC-0BC9-4A54-A23A-ED21412F9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3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577F7-32D0-43C6-90F4-5CE8E196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DD02F-2B7D-4893-93E5-D0C923373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9707DB-7800-496E-908B-754CC077C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2DCB7-7587-4417-A9C5-F6212D3A2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92BF-0CB5-4990-8613-7040C0F681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05F49-E05E-4089-91D6-4C6BE0ADB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85C12-056B-423A-8AE4-DBFDC26EB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FFFC-0BC9-4A54-A23A-ED21412F9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38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34BD0-E2E9-48AD-ACD8-33B8FD793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0A3631-7404-4B4C-92EE-8EA7A26768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24185-978B-4050-98DB-0634BE1C7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7F1A9-0550-4DC3-950F-3B33CBA4F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92BF-0CB5-4990-8613-7040C0F681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A06B8-397C-4556-9F9E-F6620DD9D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EA298-3124-407F-A2D3-5B66BFF3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FFFC-0BC9-4A54-A23A-ED21412F9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37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4AB71-6E56-4746-86FE-FEADAB5FF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3422E-C728-453B-93A6-30179EA99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50689-2041-4198-82B9-902621C69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92BF-0CB5-4990-8613-7040C0F681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1E88E-3B1D-4B89-AC68-FC6437158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35806-1EE6-4D89-A1B6-787C6DE3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FFFC-0BC9-4A54-A23A-ED21412F9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15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2A2918-2033-466B-A661-ACAFAAFA5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57B22C-2A5F-44CC-BAEE-37FAEC07F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356EF-3068-4D75-9754-6C3AD78F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92BF-0CB5-4990-8613-7040C0F681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58B26-0593-4876-A2DD-9E5F781A2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2BB80-0737-4F9C-8009-54D2D934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8FFFC-0BC9-4A54-A23A-ED21412F9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52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3D199C-4D66-43F6-B149-A7627B18C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D4C05-71A7-4FC8-B99F-79AFB9C74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D8029-602A-4E06-9CFF-AA8805254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492BF-0CB5-4990-8613-7040C0F681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DDC49-EF98-46F3-9C5B-D51EE57132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52542-7ECC-4ACD-B604-B5E986A9E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8FFFC-0BC9-4A54-A23A-ED21412F9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463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ile:Flag_of_Mozambique.sv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ulbenkian.pt/noticias/bolsas-gulbenkian-pontos-de-encontro-2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vangelizaresaberamar.blogspot.com/2011/09/internet-e-o-jovem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verbr.com.br/noticias/primeiro-televisor-3d-de-55%E2%80%B3-que-dispensa-oculos-custara-7-999-euros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6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1E384-22C0-4292-ACFB-6D0DE60573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 MEU PAPEL COMO ACELERADOR JUVENIL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0D66-A340-475B-8DD7-CED8123FD0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Almira Vasco </a:t>
            </a:r>
            <a:r>
              <a:rPr lang="en-US" dirty="0" err="1"/>
              <a:t>Basileu</a:t>
            </a:r>
            <a:r>
              <a:rPr lang="en-US" dirty="0"/>
              <a:t> </a:t>
            </a:r>
            <a:r>
              <a:rPr lang="en-US" dirty="0" err="1"/>
              <a:t>Muajule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243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1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E347-1C36-445E-A881-E81735991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+mn-lt"/>
              </a:rPr>
              <a:t>              </a:t>
            </a:r>
            <a:r>
              <a:rPr lang="en-US" sz="4800" b="1" dirty="0" err="1">
                <a:latin typeface="+mn-lt"/>
              </a:rPr>
              <a:t>Acelerador</a:t>
            </a:r>
            <a:r>
              <a:rPr lang="en-US" sz="4800" b="1" dirty="0">
                <a:latin typeface="+mn-lt"/>
              </a:rPr>
              <a:t> </a:t>
            </a:r>
            <a:r>
              <a:rPr lang="en-US" sz="4800" b="1" dirty="0" err="1">
                <a:latin typeface="+mn-lt"/>
              </a:rPr>
              <a:t>Juvenil</a:t>
            </a:r>
            <a:endParaRPr lang="en-US" sz="48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E6A93-2462-4D20-8256-90A06E819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44800"/>
            <a:ext cx="10515600" cy="263879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 </a:t>
            </a:r>
            <a:r>
              <a:rPr lang="en-US" b="1" dirty="0" err="1"/>
              <a:t>acelerador</a:t>
            </a:r>
            <a:r>
              <a:rPr lang="en-US" b="1" dirty="0"/>
              <a:t> </a:t>
            </a:r>
            <a:r>
              <a:rPr lang="en-US" b="1" dirty="0" err="1"/>
              <a:t>Juvenil</a:t>
            </a:r>
            <a:r>
              <a:rPr lang="en-US" b="1" dirty="0"/>
              <a:t> e um </a:t>
            </a:r>
            <a:r>
              <a:rPr lang="en-US" b="1" dirty="0" err="1"/>
              <a:t>programa</a:t>
            </a:r>
            <a:r>
              <a:rPr lang="en-US" b="1" dirty="0"/>
              <a:t> que </a:t>
            </a:r>
            <a:r>
              <a:rPr lang="en-US" b="1" dirty="0" err="1"/>
              <a:t>tende</a:t>
            </a:r>
            <a:r>
              <a:rPr lang="en-US" b="1" dirty="0"/>
              <a:t> </a:t>
            </a:r>
            <a:r>
              <a:rPr lang="en-US" b="1" dirty="0" err="1"/>
              <a:t>ajudar</a:t>
            </a:r>
            <a:r>
              <a:rPr lang="en-US" b="1" dirty="0"/>
              <a:t>, </a:t>
            </a:r>
            <a:r>
              <a:rPr lang="en-US" b="1" dirty="0" err="1"/>
              <a:t>instruir</a:t>
            </a:r>
            <a:r>
              <a:rPr lang="en-US" b="1" dirty="0"/>
              <a:t> e </a:t>
            </a:r>
            <a:r>
              <a:rPr lang="en-US" b="1" dirty="0" err="1"/>
              <a:t>capacitar</a:t>
            </a:r>
            <a:r>
              <a:rPr lang="en-US" b="1" dirty="0"/>
              <a:t> </a:t>
            </a:r>
            <a:r>
              <a:rPr lang="en-US" b="1" dirty="0" err="1"/>
              <a:t>os</a:t>
            </a:r>
            <a:r>
              <a:rPr lang="en-US" b="1" dirty="0"/>
              <a:t> </a:t>
            </a:r>
            <a:r>
              <a:rPr lang="en-US" b="1" dirty="0" err="1"/>
              <a:t>jovens</a:t>
            </a:r>
            <a:r>
              <a:rPr lang="en-US" b="1" dirty="0"/>
              <a:t> para </a:t>
            </a:r>
            <a:r>
              <a:rPr lang="en-US" b="1" dirty="0" err="1"/>
              <a:t>serem</a:t>
            </a:r>
            <a:r>
              <a:rPr lang="en-US" b="1" dirty="0"/>
              <a:t> </a:t>
            </a:r>
            <a:r>
              <a:rPr lang="en-US" b="1" dirty="0" err="1"/>
              <a:t>agentes</a:t>
            </a:r>
            <a:r>
              <a:rPr lang="en-US" b="1" dirty="0"/>
              <a:t> da </a:t>
            </a:r>
            <a:r>
              <a:rPr lang="en-US" b="1" dirty="0" err="1"/>
              <a:t>mudanca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sociedade</a:t>
            </a:r>
            <a:r>
              <a:rPr lang="en-US" b="1" dirty="0"/>
              <a:t>, </a:t>
            </a:r>
            <a:r>
              <a:rPr lang="en-US" b="1" dirty="0" err="1"/>
              <a:t>tornando-lhes</a:t>
            </a:r>
            <a:r>
              <a:rPr lang="en-US" b="1" dirty="0"/>
              <a:t> </a:t>
            </a:r>
            <a:r>
              <a:rPr lang="en-US" b="1" dirty="0" err="1"/>
              <a:t>criativos</a:t>
            </a:r>
            <a:r>
              <a:rPr lang="en-US" b="1" dirty="0"/>
              <a:t> </a:t>
            </a:r>
            <a:r>
              <a:rPr lang="en-US" b="1" dirty="0" err="1"/>
              <a:t>nas</a:t>
            </a:r>
            <a:r>
              <a:rPr lang="en-US" b="1" dirty="0"/>
              <a:t> </a:t>
            </a:r>
            <a:r>
              <a:rPr lang="en-US" b="1" dirty="0" err="1"/>
              <a:t>actividades</a:t>
            </a:r>
            <a:r>
              <a:rPr lang="en-US" b="1" dirty="0"/>
              <a:t> e </a:t>
            </a:r>
            <a:r>
              <a:rPr lang="en-US" b="1" dirty="0" err="1"/>
              <a:t>capazes</a:t>
            </a:r>
            <a:r>
              <a:rPr lang="en-US" b="1" dirty="0"/>
              <a:t> de </a:t>
            </a:r>
            <a:r>
              <a:rPr lang="en-US" b="1" dirty="0" err="1"/>
              <a:t>identificar</a:t>
            </a:r>
            <a:r>
              <a:rPr lang="en-US" b="1" dirty="0"/>
              <a:t> </a:t>
            </a:r>
            <a:r>
              <a:rPr lang="en-US" b="1" dirty="0" err="1"/>
              <a:t>problemas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sociedade</a:t>
            </a:r>
            <a:r>
              <a:rPr lang="en-US" b="1" dirty="0"/>
              <a:t> e </a:t>
            </a:r>
            <a:r>
              <a:rPr lang="en-US" b="1" dirty="0" err="1"/>
              <a:t>trazer</a:t>
            </a:r>
            <a:r>
              <a:rPr lang="en-US" b="1" dirty="0"/>
              <a:t> </a:t>
            </a:r>
            <a:r>
              <a:rPr lang="en-US" b="1" dirty="0" err="1"/>
              <a:t>solucoes</a:t>
            </a:r>
            <a:r>
              <a:rPr lang="en-US" b="1" dirty="0"/>
              <a:t> que </a:t>
            </a:r>
            <a:r>
              <a:rPr lang="en-US" b="1" dirty="0" err="1"/>
              <a:t>posssam</a:t>
            </a:r>
            <a:r>
              <a:rPr lang="en-US" b="1" dirty="0"/>
              <a:t> </a:t>
            </a:r>
            <a:r>
              <a:rPr lang="en-US" b="1" dirty="0" err="1"/>
              <a:t>ajudar</a:t>
            </a:r>
            <a:r>
              <a:rPr lang="en-US" b="1" dirty="0"/>
              <a:t> as </a:t>
            </a:r>
            <a:r>
              <a:rPr lang="en-US" b="1" dirty="0" err="1"/>
              <a:t>pessoas</a:t>
            </a:r>
            <a:r>
              <a:rPr lang="en-US" b="1" dirty="0"/>
              <a:t>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788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6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1299-B5B6-4A65-A7D9-3DC9FF506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+mn-lt"/>
              </a:rPr>
              <a:t>Jovens</a:t>
            </a:r>
            <a:r>
              <a:rPr lang="en-US" b="1" dirty="0">
                <a:latin typeface="+mn-lt"/>
              </a:rPr>
              <a:t> que </a:t>
            </a:r>
            <a:r>
              <a:rPr lang="en-US" b="1" dirty="0" err="1">
                <a:latin typeface="+mn-lt"/>
              </a:rPr>
              <a:t>Inspiram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51FD6-EB36-482B-85F8-0272A9589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26" y="1952625"/>
            <a:ext cx="11001374" cy="3819526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Maria Fernanda, uma estudante de 17 anos, decidiu criar um programa de voluntariado para ajudar crianças carentes em sua comunidade.</a:t>
            </a:r>
          </a:p>
          <a:p>
            <a:pPr marL="0" indent="0">
              <a:buNone/>
            </a:pPr>
            <a:r>
              <a:rPr lang="pt-BR" b="1" dirty="0"/>
              <a:t>João Pedro, de 19 anos, fundou uma startup que oferece soluções sustentáveis para problemas ambientais em sua cidade.</a:t>
            </a:r>
          </a:p>
          <a:p>
            <a:pPr marL="0" indent="0">
              <a:buNone/>
            </a:pPr>
            <a:r>
              <a:rPr lang="pt-BR" b="1" dirty="0"/>
              <a:t>Isabela, uma jovem de 18 anos, desenvolveu um aplicativo que conecta pessoas que desejam doar alimentos a instituições de caridade. Com essa iniciativa, ela conseguiu reduzir o desperdício de comida em sua cidade e garantir que mais pessoas em situação de vulnerabilidade tenham acesso a uma alimentação saudável.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80370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6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E865-15B8-4ED9-8425-A5AAF7A4B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Como </a:t>
            </a:r>
            <a:r>
              <a:rPr lang="en-US" b="1" dirty="0" err="1">
                <a:latin typeface="+mn-lt"/>
              </a:rPr>
              <a:t>criar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impacto</a:t>
            </a:r>
            <a:r>
              <a:rPr lang="en-US" b="1" dirty="0">
                <a:latin typeface="+mn-lt"/>
              </a:rPr>
              <a:t> com a </a:t>
            </a:r>
            <a:r>
              <a:rPr lang="en-US" b="1" dirty="0" err="1">
                <a:latin typeface="+mn-lt"/>
              </a:rPr>
              <a:t>tecnologia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589B0-F9A5-45B3-948F-828BD1B0C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fontAlgn="base">
              <a:buNone/>
            </a:pPr>
            <a:r>
              <a:rPr lang="pt-BR" dirty="0"/>
              <a:t> </a:t>
            </a:r>
            <a:r>
              <a:rPr lang="pt-BR" b="1" dirty="0"/>
              <a:t>A tecnologia já demonstrou seu potencial de transformação positiva em inúmeras frentes:</a:t>
            </a:r>
          </a:p>
          <a:p>
            <a:pPr marL="0" indent="0" fontAlgn="base">
              <a:buNone/>
            </a:pPr>
            <a:r>
              <a:rPr lang="pt-BR" b="1" dirty="0"/>
              <a:t>Um dos principais impactos da tecnologia sao:</a:t>
            </a:r>
          </a:p>
          <a:p>
            <a:pPr marL="0" indent="0" fontAlgn="base">
              <a:buNone/>
            </a:pPr>
            <a:r>
              <a:rPr lang="pt-BR" b="1" dirty="0"/>
              <a:t>Educação – Plataformas Digitais levaram aulas de qualidade a comunidades isoladas.</a:t>
            </a:r>
          </a:p>
          <a:p>
            <a:pPr marL="0" indent="0" fontAlgn="base">
              <a:buNone/>
            </a:pPr>
            <a:r>
              <a:rPr lang="pt-BR" b="1" dirty="0"/>
              <a:t>Saúde – a telemedicina conectou pacientes a especialistas a milhares de quilômetros de distância.</a:t>
            </a:r>
          </a:p>
          <a:p>
            <a:pPr marL="0" indent="0" fontAlgn="base">
              <a:buNone/>
            </a:pPr>
            <a:r>
              <a:rPr lang="pt-BR" b="1" dirty="0"/>
              <a:t>Sustentabilidade – sensores ambientais e blockchain garantem rastreabilidade de cadeias produtivas, reduzindo desmatamento ilegal.</a:t>
            </a:r>
          </a:p>
          <a:p>
            <a:pPr marL="0" indent="0" fontAlgn="base">
              <a:buNone/>
            </a:pPr>
            <a:r>
              <a:rPr lang="pt-BR" b="1" dirty="0"/>
              <a:t>Cidadania – aplicativos govtech simplificaram serviços públicos e ampliaram a transparência.</a:t>
            </a:r>
          </a:p>
          <a:p>
            <a:pPr marL="0" indent="0" fontAlgn="base">
              <a:buNone/>
            </a:pPr>
            <a:r>
              <a:rPr lang="pt-BR" b="1" dirty="0"/>
              <a:t>Esses exemplos não são apenas inovações pontuais – eles mostram que, quando intencionalmente desenhada, a tecnologia se torna ferramenta de equidade, inclusão e resiliência social.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08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273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O MEU PAPEL COMO ACELERADOR JUVENIL</vt:lpstr>
      <vt:lpstr>              Acelerador Juvenil</vt:lpstr>
      <vt:lpstr>Jovens que Inspiram</vt:lpstr>
      <vt:lpstr>Como criar impacto com a tecnologia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MEU PAPEL COMO ACELERADOR JUVENIL</dc:title>
  <dc:creator>AJCRP4-10</dc:creator>
  <cp:lastModifiedBy>AJCRP4-10</cp:lastModifiedBy>
  <cp:revision>4</cp:revision>
  <dcterms:created xsi:type="dcterms:W3CDTF">2026-07-08T07:44:34Z</dcterms:created>
  <dcterms:modified xsi:type="dcterms:W3CDTF">2026-07-08T08:06:51Z</dcterms:modified>
</cp:coreProperties>
</file>